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52650-6393-DC44-09FF-A719E4523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53CAB-BB2A-8684-0C5C-36FA2ADAB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265EC7-2FA8-5F43-2C7F-CDC0701C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0048D-A511-3C44-680C-834A2914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01B0A1-9F59-FCC1-5612-5953B319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0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EDDF9-45E9-6582-AC00-B92B0D15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77773F-D920-7BBB-14E5-D3F3115B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DC3BB4-66E5-6A4F-0244-10F8EF112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860A24-9A8C-2F96-E6AC-BF2A23EF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6B01EF-850D-6A16-A5C3-77D91C3D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14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C4A44-5A88-32E3-A66E-A8843F94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63B94C-5B89-8EC6-3884-4118F9E47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1A037-760B-305D-3A12-7AF63681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E0B6A-AE16-9526-0293-F40929F1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09AEE6-7BC1-B5D4-E0B8-FBF5E48A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682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4DD37-E7C6-99B3-0567-0846FFDB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16DEB-B4DD-0051-3D96-B5EF5F5F9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1A0D45-1ECC-F606-EF50-709AC5C97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E30EBC-5BD7-9210-FD79-A1F6180B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100A29-94A1-8CFC-C128-483F87F7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248721-9832-37CD-4CEA-A4AB84AD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28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B4D83-D154-DBF8-EECE-E283235F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D96785-ED49-4F7A-E073-F88E3C03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47F288-76BB-539E-96C9-D8938502D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46FFA7-6FAF-2201-10F1-BCDA07979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84009AE-C229-9E2C-477F-04F21D4D4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B6C953-B048-9360-5127-32848A43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72F76B-2FFE-A91E-11AE-B616B3EC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C7A0F2-C5DF-C172-210A-202C1CAB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45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B0B84-6022-B8B7-1E64-3667BA29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330E76-ACB7-60C1-58A2-91D938925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D8A108-8D70-5E04-1E1D-0D66818C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4AE2BE-DE8E-87C9-C629-E58998B8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99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BF84F7-84AB-6395-43F8-9C7D06A6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6F0DE6-210B-0B4E-DE0E-193B67A9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A63B4A-0565-25F6-B7B5-0417BF8C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419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5B461-92BD-03CF-93C7-C00760A1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3CA39-BC8A-AE50-90FD-6D4EC51F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306594-C2B9-0846-57E7-51CF3E6C5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CE72D7-0AF9-585E-73D4-C0AF7630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3AADBA-29F9-47B3-BC37-7A7A57F6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B0DB71-872C-78AD-709E-809A8DCA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2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09709-16DA-BD8A-C751-E3737ED0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6211FF-1293-3CA6-49CC-D60FF248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28AF8B-A003-56CE-B6B3-3CCDDD94D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6E7EC0-689D-09E7-7A6E-84C65062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B985EE-490A-7B20-DFC1-B281C510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243C34-3D88-2FA2-BF6E-5F5D1414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104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E4304-584A-6F6B-3A3C-C14C9EDF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BD2079-1C95-6561-58B0-0CF762318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EFC672-33FA-DACA-83EB-4FBF3BDE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AB098-0317-9BEE-AB9E-7BA2B33C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0E3249-EBFD-321C-AD40-BE8C32D4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76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E78ABA-AF4E-358F-95AE-911EB98AC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F41723-166B-EE8A-12CE-35E786990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0911B-3834-54F2-1BA5-86077131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1268D4-9DAC-B145-9008-74A82558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225D06-6068-578D-643B-FB693C67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58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B9F5EC-0039-9BE5-09FA-6B645AF3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CDAAFE-AADA-E9DC-97CD-3652EEDE4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6E386B-783D-F4B8-5CE2-F9BE5C436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D4024-41F1-4DC5-90A9-4DBE0DF3263E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FA6680-8A16-4CE4-D1A2-D82775DBE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D6C4A1-39E7-58B5-B0DA-FA744B35C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E234D-8A34-45FB-9B4F-5E71DAD1F8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88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3AC663-55E5-DB35-B99B-32C52C41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16" y="0"/>
            <a:ext cx="3233924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376DBB-BA40-297A-D25F-3435ACCFF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040" y="117680"/>
            <a:ext cx="33242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80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FURQUET Sebastian</dc:creator>
  <cp:lastModifiedBy>FURQUET Sebastian</cp:lastModifiedBy>
  <cp:revision>1</cp:revision>
  <dcterms:created xsi:type="dcterms:W3CDTF">2025-10-31T19:46:26Z</dcterms:created>
  <dcterms:modified xsi:type="dcterms:W3CDTF">2025-10-31T22:23:23Z</dcterms:modified>
</cp:coreProperties>
</file>